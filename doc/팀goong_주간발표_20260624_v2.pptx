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2" r:id="rId3"/>
    <p:sldId id="258" r:id="rId4"/>
    <p:sldId id="274" r:id="rId5"/>
    <p:sldId id="275" r:id="rId6"/>
    <p:sldId id="277" r:id="rId7"/>
    <p:sldId id="279" r:id="rId8"/>
    <p:sldId id="268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1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16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0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DO 항목이 풍부합니다. 실제 집기 성공까지 됐다는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40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57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69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39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주는 2단계로, 각 노드를 실제 환경에서 통합하고 AI(YOLO)와 Nav를 연동하는 단계입니다. 제 파트는 vision/pick 통합과 캘리브레이션, 피킹 성공률 측정입니다.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4752594"/>
            <a:ext cx="8387334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7190" y="4828032"/>
            <a:ext cx="37719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goong · 주간 프로젝트 진행사항 보고</a:t>
            </a:r>
            <a:endParaRPr lang="en-US" sz="48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814316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25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6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05840"/>
            <a:ext cx="1005840" cy="10058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2608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1680" y="9144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프로젝트 진행사항 보고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2011680" y="16002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뷰티 풀필먼트 센터 피킹+소팅 자동화 시스템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011680" y="2148840"/>
            <a:ext cx="6400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2286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goong-1  (Jetson Orin / brain · vision · pick 담당)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011680" y="2697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신궁  |  </a:t>
            </a:r>
            <a:r>
              <a:rPr lang="en-US" sz="13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feat/goong  (ros2-logiflow)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011680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11680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82112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82112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52544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52544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22976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22976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693408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93408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pick_node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863840" y="4206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015F6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0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요약 (Executive Summary)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목표 · 핵심 성과 · 전체 진행률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E0F4F6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이번 주 목표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레이블링</a:t>
            </a:r>
            <a:r>
              <a:rPr lang="ko-KR" altLang="en-US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비전 </a:t>
            </a:r>
            <a:r>
              <a:rPr lang="en-US" altLang="ko-KR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en-US" altLang="ko-KR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ko-KR" altLang="en-US" sz="13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r>
              <a:rPr lang="ko-KR" altLang="en-US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altLang="ko-KR" sz="13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라인트레이싱</a:t>
            </a:r>
            <a:r>
              <a:rPr lang="en-US" altLang="ko-KR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r>
              <a:rPr lang="en-US" altLang="ko-KR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ko-KR" altLang="en-US" sz="13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최소구현기술 시나리오 구현 및 검증</a:t>
            </a:r>
            <a:endParaRPr lang="en-US" altLang="ko-KR" sz="1350" dirty="0" smtClean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217420"/>
            <a:ext cx="8595360" cy="1508760"/>
          </a:xfrm>
          <a:prstGeom prst="roundRect">
            <a:avLst>
              <a:gd name="adj" fmla="val 4848"/>
            </a:avLst>
          </a:prstGeom>
          <a:solidFill>
            <a:srgbClr val="EBF9F1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핵심 성과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r>
              <a:rPr lang="en-US" altLang="ko-KR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altLang="ko-KR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전체시나리오 </a:t>
            </a:r>
            <a:r>
              <a:rPr lang="en-US" altLang="ko-KR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r>
              <a:rPr lang="en-US" altLang="ko-KR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altLang="ko-KR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913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진행률 (스프린트 기준)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315968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4315968"/>
            <a:ext cx="4685030" cy="41148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42245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24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24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금주 태스크 및 달성도 (Plan &amp; Do)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R&amp;R </a:t>
            </a:r>
            <a:r>
              <a:rPr lang="en-US" sz="12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</a:t>
            </a:r>
            <a:r>
              <a:rPr lang="en-US" sz="1200" dirty="0" err="1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</a:t>
            </a:r>
            <a:r>
              <a:rPr lang="en-US" sz="12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33272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61288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114300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R&amp;R (</a:t>
            </a: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" y="1435608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     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뎁스카메라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로봇암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학습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피킹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동작 구현 및 검증</a:t>
            </a:r>
            <a:endParaRPr lang="en-US" sz="11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윤정 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</a:p>
          <a:p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은경 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대시보드와 카메라 정합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발행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로직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23160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240487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및 달성 (80%)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269748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뎁스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&lt;-&gt;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로봇팔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✅ | 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라인트레이싱 및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정밀정차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altLang="ko-KR" sz="1100" dirty="0"/>
              <a:t>|</a:t>
            </a:r>
            <a:endParaRPr lang="en-US" altLang="ko-KR" sz="11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8595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85032"/>
            <a:ext cx="658368" cy="329184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8503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61288" y="36667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및 원인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" y="3959352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캘리브레이션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오차를 줄이는 작업이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길어짐</a:t>
            </a:r>
            <a:endParaRPr lang="en-US" altLang="ko-KR" sz="11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뎁스카메라의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프레임드랍이</a:t>
            </a:r>
            <a:r>
              <a:rPr lang="ko-KR" alt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종종 심했음</a:t>
            </a:r>
            <a:endParaRPr lang="en-US" altLang="ko-KR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이등변 삼각형 19"/>
          <p:cNvSpPr/>
          <p:nvPr/>
        </p:nvSpPr>
        <p:spPr>
          <a:xfrm>
            <a:off x="7152640" y="3175000"/>
            <a:ext cx="142240" cy="1079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33172"/>
            <a:ext cx="59664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① 궁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90906" y="56921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D435i 데이터 수집 · YOLO 라벨링 · 좌표 기반 픽킹 검증</a:t>
            </a:r>
            <a:endParaRPr lang="en-US" sz="638" dirty="0"/>
          </a:p>
        </p:txBody>
      </p:sp>
      <p:sp>
        <p:nvSpPr>
          <p:cNvPr id="4" name="Shape 2"/>
          <p:cNvSpPr/>
          <p:nvPr/>
        </p:nvSpPr>
        <p:spPr>
          <a:xfrm>
            <a:off x="377190" y="774954"/>
            <a:ext cx="8387334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5770" y="925830"/>
            <a:ext cx="257175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9214" y="1021842"/>
            <a:ext cx="23248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구조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569214" y="1255014"/>
            <a:ext cx="2324862" cy="4937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Orin Nano에서 RealSense D435i를 직접 열어 실제 정차 시점 이미지를 저장하고, Windows PC로 가져와 프레임 선별·라벨링·학습하는 구조로 확정</a:t>
            </a:r>
            <a:endParaRPr lang="en-US" sz="615" dirty="0"/>
          </a:p>
        </p:txBody>
      </p:sp>
      <p:sp>
        <p:nvSpPr>
          <p:cNvPr id="8" name="Shape 6"/>
          <p:cNvSpPr/>
          <p:nvPr/>
        </p:nvSpPr>
        <p:spPr>
          <a:xfrm>
            <a:off x="3278124" y="925830"/>
            <a:ext cx="257175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021842"/>
            <a:ext cx="23248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 모델 준비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3401568" y="1255014"/>
            <a:ext cx="2324862" cy="4937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창고형 시나리오로 변경 후 5개 클래스 중심으로 300~400장 1차 수집, 부족 클래스 보강 방식으로 진행. green_dome/green_clover 혼동 확인</a:t>
            </a:r>
            <a:endParaRPr lang="en-US" sz="615" dirty="0"/>
          </a:p>
        </p:txBody>
      </p:sp>
      <p:sp>
        <p:nvSpPr>
          <p:cNvPr id="11" name="Shape 9"/>
          <p:cNvSpPr/>
          <p:nvPr/>
        </p:nvSpPr>
        <p:spPr>
          <a:xfrm>
            <a:off x="6103620" y="925830"/>
            <a:ext cx="2571750" cy="8915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1021842"/>
            <a:ext cx="23248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로봇팔 연동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27064" y="1255014"/>
            <a:ext cx="2324862" cy="4937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/>
          </a:bodyPr>
          <a:lstStyle/>
          <a:p>
            <a:r>
              <a:rPr lang="en-US" sz="615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brain_node에서 /vision_activate → /box_pose → /pick_command로 연결. pick_node 홈포지션과 SAFE_Z 경유 로직을 정리하여 실제 시나리오 테스트 기반 확보</a:t>
            </a:r>
            <a:endParaRPr lang="en-US" sz="615" dirty="0"/>
          </a:p>
        </p:txBody>
      </p:sp>
      <p:sp>
        <p:nvSpPr>
          <p:cNvPr id="14" name="Shape 12"/>
          <p:cNvSpPr/>
          <p:nvPr/>
        </p:nvSpPr>
        <p:spPr>
          <a:xfrm>
            <a:off x="754380" y="2400300"/>
            <a:ext cx="1131570" cy="54864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523744"/>
            <a:ext cx="72009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B1F3A"/>
                </a:solidFill>
              </a:rPr>
              <a:t>D435i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B1F3A"/>
                </a:solidFill>
              </a:rPr>
              <a:t>캡처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25980" y="2400300"/>
            <a:ext cx="1131570" cy="548640"/>
          </a:xfrm>
          <a:prstGeom prst="chevron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2566" y="2523744"/>
            <a:ext cx="7406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B1F3A"/>
                </a:solidFill>
              </a:rPr>
              <a:t>라벨링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B1F3A"/>
                </a:solidFill>
              </a:rPr>
              <a:t>YOLO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7580" y="2400300"/>
            <a:ext cx="1131570" cy="548640"/>
          </a:xfrm>
          <a:prstGeom prst="chevron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4166" y="2523744"/>
            <a:ext cx="7406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B1F3A"/>
                </a:solidFill>
              </a:rPr>
              <a:t>box_pose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B1F3A"/>
                </a:solidFill>
              </a:rPr>
              <a:t>좌표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69180" y="2400300"/>
            <a:ext cx="1131570" cy="54864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4618" y="2523744"/>
            <a:ext cx="87096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B1F3A"/>
                </a:solidFill>
              </a:rPr>
              <a:t>pick_node</a:t>
            </a:r>
            <a:endParaRPr lang="en-US" sz="825" dirty="0"/>
          </a:p>
          <a:p>
            <a:pPr algn="ctr"/>
            <a:r>
              <a:rPr lang="en-US" sz="825" b="1" dirty="0">
                <a:solidFill>
                  <a:srgbClr val="0B1F3A"/>
                </a:solidFill>
              </a:rPr>
              <a:t>웨이포인트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6240780" y="2400300"/>
            <a:ext cx="1131570" cy="54864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0508" y="2523744"/>
            <a:ext cx="768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B1F3A"/>
                </a:solidFill>
              </a:rPr>
              <a:t>그리퍼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B1F3A"/>
                </a:solidFill>
              </a:rPr>
              <a:t>동작검증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" y="3566160"/>
            <a:ext cx="78867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3662172"/>
            <a:ext cx="7639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포인트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740664" y="3895344"/>
            <a:ext cx="7639812" cy="96012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 lnSpcReduction="10000"/>
          </a:bodyPr>
          <a:lstStyle/>
          <a:p>
            <a:r>
              <a:rPr lang="en-US" sz="69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주의 핵심은 “데이터를 모았다”가 아니라, 실제 장착 환경에서 볼 카메라 시점·로봇팔 작업거리·FSM 토픽 흐름까지 함께 맞춰 통합 테스트 구조를 만든 것.</a:t>
            </a:r>
            <a:endParaRPr lang="en-US" sz="69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814316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25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33172"/>
            <a:ext cx="59664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② 윤정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90906" y="56921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제목만 입력 — 팀원 추가 작성용</a:t>
            </a:r>
            <a:endParaRPr lang="en-US" sz="638" dirty="0"/>
          </a:p>
        </p:txBody>
      </p:sp>
      <p:sp>
        <p:nvSpPr>
          <p:cNvPr id="4" name="Shape 2"/>
          <p:cNvSpPr/>
          <p:nvPr/>
        </p:nvSpPr>
        <p:spPr>
          <a:xfrm>
            <a:off x="377190" y="774954"/>
            <a:ext cx="8387334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31570"/>
            <a:ext cx="805815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" y="1227582"/>
            <a:ext cx="7811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예정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672084" y="1460754"/>
            <a:ext cx="7811262" cy="28940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/>
          </a:bodyPr>
          <a:lstStyle/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 예정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배경 / 문제 정의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접근 방식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구현 내용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결과 / 다음 액션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814316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25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1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33172"/>
            <a:ext cx="59664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75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 ② 윤정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390906" y="56921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8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제목만 입력 — 팀원 추가 작성용</a:t>
            </a:r>
            <a:endParaRPr lang="en-US" sz="638" dirty="0"/>
          </a:p>
        </p:txBody>
      </p:sp>
      <p:sp>
        <p:nvSpPr>
          <p:cNvPr id="4" name="Shape 2"/>
          <p:cNvSpPr/>
          <p:nvPr/>
        </p:nvSpPr>
        <p:spPr>
          <a:xfrm>
            <a:off x="377190" y="774954"/>
            <a:ext cx="8387334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31570"/>
            <a:ext cx="805815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" y="1227582"/>
            <a:ext cx="78112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예정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672084" y="1460754"/>
            <a:ext cx="7811262" cy="2894076"/>
          </a:xfrm>
          <a:prstGeom prst="rect">
            <a:avLst/>
          </a:prstGeom>
          <a:noFill/>
          <a:ln/>
        </p:spPr>
        <p:txBody>
          <a:bodyPr wrap="square" lIns="286" tIns="286" rIns="286" bIns="286" rtlCol="0" anchor="t">
            <a:normAutofit/>
          </a:bodyPr>
          <a:lstStyle/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입력 예정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증상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원인 분석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해결 과정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남은 리스크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814316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25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78867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77190" y="123444"/>
            <a:ext cx="720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분류로봇 PC </a:t>
            </a:r>
            <a:r>
              <a:rPr lang="en-US" sz="1875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377190" y="493776"/>
            <a:ext cx="7200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해결 중심 · 2026.06.19(금) ~ </a:t>
            </a:r>
            <a:r>
              <a:rPr lang="en-US" sz="938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06.24(</a:t>
            </a:r>
            <a:r>
              <a:rPr lang="ko-KR" altLang="en-US" sz="938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</a:t>
            </a:r>
            <a:r>
              <a:rPr lang="en-US" sz="938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938" dirty="0">
                <a:solidFill>
                  <a:srgbClr val="A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Phase 5</a:t>
            </a:r>
            <a:endParaRPr lang="en-US" sz="938" dirty="0"/>
          </a:p>
        </p:txBody>
      </p:sp>
      <p:sp>
        <p:nvSpPr>
          <p:cNvPr id="6" name="Shape 4"/>
          <p:cNvSpPr/>
          <p:nvPr/>
        </p:nvSpPr>
        <p:spPr>
          <a:xfrm>
            <a:off x="377190" y="1028700"/>
            <a:ext cx="2756916" cy="277749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9214" y="1207008"/>
            <a:ext cx="425196" cy="4251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" y="1303020"/>
            <a:ext cx="233172" cy="2331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6706" y="1234440"/>
            <a:ext cx="19339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통합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582930" y="1796796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실패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Jetson에 cyclone.xml/CYCLONEDDS_URI 없어 cross-machine 미연결 → peer 설정으로 해결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82930" y="2475738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토픽명 변경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RealSense 정식 토픽 /camera/.../color/image_raw/compressed 로 교체 (format은 jpeg 고정)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82930" y="3154680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반토막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15fps → net.core.rmem_max 버퍼 상향으로 30fps 회복 (UDP 조각 드랍 원인)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3326130" y="1028700"/>
            <a:ext cx="2756916" cy="277749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18154" y="1207008"/>
            <a:ext cx="425196" cy="4251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58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66" y="1303020"/>
            <a:ext cx="233172" cy="2331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5646" y="1234440"/>
            <a:ext cx="19339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로직 개선</a:t>
            </a:r>
            <a:endParaRPr lang="en-US" sz="1275" dirty="0"/>
          </a:p>
        </p:txBody>
      </p:sp>
      <p:sp>
        <p:nvSpPr>
          <p:cNvPr id="17" name="Text 13"/>
          <p:cNvSpPr/>
          <p:nvPr/>
        </p:nvSpPr>
        <p:spPr>
          <a:xfrm>
            <a:off x="3531870" y="1796796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에러/일시정지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항목 재시도(재발행) </a:t>
            </a:r>
            <a:r>
              <a:rPr lang="en-US" sz="825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25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</a:t>
            </a:r>
            <a:r>
              <a:rPr lang="en-US" sz="825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건너뛰기는 큐 X 버튼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3531870" y="2475738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좀비 상태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running 남아 시작버튼 막히던 문제 → 부팅 시 mission_state idle 리셋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531870" y="3154680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B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정합성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상태별(idle/running/paused) 버튼 활성화 매트릭스 적용</a:t>
            </a:r>
            <a:endParaRPr lang="en-US" sz="825" dirty="0"/>
          </a:p>
        </p:txBody>
      </p:sp>
      <p:sp>
        <p:nvSpPr>
          <p:cNvPr id="20" name="Shape 16"/>
          <p:cNvSpPr/>
          <p:nvPr/>
        </p:nvSpPr>
        <p:spPr>
          <a:xfrm>
            <a:off x="6275070" y="1028700"/>
            <a:ext cx="2756916" cy="2777490"/>
          </a:xfrm>
          <a:prstGeom prst="roundRect">
            <a:avLst>
              <a:gd name="adj" fmla="val 19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67094" y="1207008"/>
            <a:ext cx="425196" cy="4251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6CF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106" y="1303020"/>
            <a:ext cx="233172" cy="2331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74586" y="1234440"/>
            <a:ext cx="193395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LAN 공유</a:t>
            </a:r>
            <a:endParaRPr lang="en-US" sz="1275" dirty="0"/>
          </a:p>
        </p:txBody>
      </p:sp>
      <p:sp>
        <p:nvSpPr>
          <p:cNvPr id="24" name="Text 19"/>
          <p:cNvSpPr/>
          <p:nvPr/>
        </p:nvSpPr>
        <p:spPr>
          <a:xfrm>
            <a:off x="6480810" y="1796796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 개방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전용 → 호스트 자동인식(api/ws) + CORS LAN 허용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6480810" y="2475738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바인딩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Vite·uvicorn --host 0.0.0.0 (IPv4 전체 바인딩)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6480810" y="3154680"/>
            <a:ext cx="23454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 err="1" smtClean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방화벽</a:t>
            </a:r>
            <a:r>
              <a:rPr lang="en-US" sz="825" b="1" dirty="0" smtClean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25" b="1" dirty="0" smtClean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해제</a:t>
            </a:r>
            <a:endParaRPr lang="en-US" sz="825" dirty="0"/>
          </a:p>
          <a:p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mirrored의 Hyper-V 인바운드까지 허용 → 팀원 IP 접속 성공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377190" y="3861054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로드맵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77190" y="4080510"/>
            <a:ext cx="1495044" cy="493776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88" dirty="0"/>
          </a:p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구축</a:t>
            </a:r>
            <a:endParaRPr lang="en-US" sz="788" dirty="0"/>
          </a:p>
        </p:txBody>
      </p:sp>
      <p:sp>
        <p:nvSpPr>
          <p:cNvPr id="29" name="Text 24"/>
          <p:cNvSpPr/>
          <p:nvPr/>
        </p:nvSpPr>
        <p:spPr>
          <a:xfrm>
            <a:off x="1858518" y="4080510"/>
            <a:ext cx="2057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4748B"/>
                </a:solidFill>
              </a:rPr>
              <a:t>›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2077974" y="4080510"/>
            <a:ext cx="1495044" cy="493776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88" dirty="0"/>
          </a:p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상태관리</a:t>
            </a:r>
            <a:endParaRPr lang="en-US" sz="788" dirty="0"/>
          </a:p>
        </p:txBody>
      </p:sp>
      <p:sp>
        <p:nvSpPr>
          <p:cNvPr id="31" name="Text 26"/>
          <p:cNvSpPr/>
          <p:nvPr/>
        </p:nvSpPr>
        <p:spPr>
          <a:xfrm>
            <a:off x="3559302" y="4080510"/>
            <a:ext cx="2057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4748B"/>
                </a:solidFill>
              </a:rPr>
              <a:t>›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3778758" y="4080510"/>
            <a:ext cx="1495044" cy="493776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88" dirty="0"/>
          </a:p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5260086" y="4080510"/>
            <a:ext cx="2057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4748B"/>
                </a:solidFill>
              </a:rPr>
              <a:t>›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5479542" y="4080510"/>
            <a:ext cx="1495044" cy="493776"/>
          </a:xfrm>
          <a:prstGeom prst="rect">
            <a:avLst/>
          </a:prstGeom>
          <a:solidFill>
            <a:srgbClr val="00B589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88" dirty="0"/>
          </a:p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</a:t>
            </a:r>
            <a:endParaRPr lang="en-US" sz="788" dirty="0"/>
          </a:p>
        </p:txBody>
      </p:sp>
      <p:sp>
        <p:nvSpPr>
          <p:cNvPr id="35" name="Text 30"/>
          <p:cNvSpPr/>
          <p:nvPr/>
        </p:nvSpPr>
        <p:spPr>
          <a:xfrm>
            <a:off x="6960870" y="4080510"/>
            <a:ext cx="2057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4748B"/>
                </a:solidFill>
              </a:rPr>
              <a:t>›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7180326" y="4080510"/>
            <a:ext cx="1495044" cy="493776"/>
          </a:xfrm>
          <a:prstGeom prst="rect">
            <a:avLst/>
          </a:prstGeom>
          <a:solidFill>
            <a:srgbClr val="00A8D8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88" dirty="0"/>
          </a:p>
          <a:p>
            <a:pPr algn="ctr">
              <a:lnSpc>
                <a:spcPct val="90000"/>
              </a:lnSpc>
            </a:pP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</a:t>
            </a:r>
            <a:r>
              <a:rPr lang="en-US" altLang="ko-KR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r>
              <a:rPr lang="en-US" altLang="ko-KR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altLang="ko-KR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흐름</a:t>
            </a:r>
            <a:r>
              <a:rPr lang="en-US" altLang="ko-KR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r>
              <a:rPr lang="en-US" altLang="ko-KR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788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788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90000"/>
              </a:lnSpc>
            </a:pPr>
            <a:r>
              <a:rPr lang="en-US" sz="7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(진행 중)</a:t>
            </a:r>
            <a:endParaRPr lang="en-US" sz="788" dirty="0"/>
          </a:p>
        </p:txBody>
      </p:sp>
    </p:spTree>
    <p:extLst>
      <p:ext uri="{BB962C8B-B14F-4D97-AF65-F5344CB8AC3E}">
        <p14:creationId xmlns:p14="http://schemas.microsoft.com/office/powerpoint/2010/main" val="288901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및 다음 주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잘한 점 · 아쉬운 점 · 2단계 계획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1556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잘한 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  <a:p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03580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35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아쉬운 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ko-KR" altLang="en-US" sz="10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뎁스카메라</a:t>
            </a:r>
            <a:r>
              <a:rPr lang="ko-KR" alt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프레임 </a:t>
            </a:r>
            <a:r>
              <a:rPr lang="ko-KR" altLang="en-US" sz="10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</a:t>
            </a:r>
            <a:r>
              <a:rPr lang="ko-KR" alt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원인 파악이 지연됨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024382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13~17</a:t>
            </a:r>
            <a:r>
              <a:rPr lang="ko-KR" alt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일차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6/30 1</a:t>
            </a:r>
            <a:r>
              <a:rPr lang="ko-KR" alt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 발표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9917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02215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391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187452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smtClean="0"/>
              <a:t>-   </a:t>
            </a:r>
            <a:r>
              <a:rPr lang="ko-KR" altLang="en-US" sz="1100" smtClean="0"/>
              <a:t>로봇팔 </a:t>
            </a:r>
            <a:r>
              <a:rPr lang="ko-KR" altLang="en-US" sz="1100" dirty="0" smtClean="0"/>
              <a:t>그립 </a:t>
            </a:r>
            <a:r>
              <a:rPr lang="ko-KR" altLang="en-US" sz="1100" dirty="0" err="1" smtClean="0"/>
              <a:t>재현율</a:t>
            </a:r>
            <a:endParaRPr lang="en-US" altLang="ko-KR" sz="1100" dirty="0" smtClean="0"/>
          </a:p>
        </p:txBody>
      </p:sp>
      <p:sp>
        <p:nvSpPr>
          <p:cNvPr id="22" name="Text 20"/>
          <p:cNvSpPr/>
          <p:nvPr/>
        </p:nvSpPr>
        <p:spPr>
          <a:xfrm>
            <a:off x="4800600" y="2788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74136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7209" y="3555111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ko-KR" altLang="en-US" sz="1000" dirty="0" smtClean="0"/>
              <a:t>윤정</a:t>
            </a:r>
            <a:endParaRPr lang="ko-KR" alt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387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60746" y="2931033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123944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4288536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2885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은경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412394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위쪽 화살표 32"/>
          <p:cNvSpPr/>
          <p:nvPr/>
        </p:nvSpPr>
        <p:spPr>
          <a:xfrm>
            <a:off x="6942963" y="1967230"/>
            <a:ext cx="144526" cy="21513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Shape 14"/>
          <p:cNvSpPr/>
          <p:nvPr/>
        </p:nvSpPr>
        <p:spPr>
          <a:xfrm>
            <a:off x="4656328" y="2587752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7FAFB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15"/>
          <p:cNvSpPr/>
          <p:nvPr/>
        </p:nvSpPr>
        <p:spPr>
          <a:xfrm>
            <a:off x="4818634" y="275234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ko-KR" altLang="en-US" sz="1100" dirty="0" err="1" smtClean="0">
                <a:solidFill>
                  <a:schemeClr val="bg1"/>
                </a:solidFill>
              </a:rPr>
              <a:t>신궁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36" name="Text 17"/>
          <p:cNvSpPr/>
          <p:nvPr/>
        </p:nvSpPr>
        <p:spPr>
          <a:xfrm>
            <a:off x="5507355" y="263220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dirty="0"/>
              <a:t>-</a:t>
            </a:r>
            <a:r>
              <a:rPr lang="en-US" altLang="ko-KR" sz="1100" dirty="0" smtClean="0"/>
              <a:t>  </a:t>
            </a:r>
            <a:r>
              <a:rPr lang="ko-KR" altLang="en-US" sz="1100" dirty="0" err="1" smtClean="0"/>
              <a:t>에더캣</a:t>
            </a:r>
            <a:r>
              <a:rPr lang="ko-KR" altLang="en-US" sz="1100" dirty="0" smtClean="0"/>
              <a:t> 통신 구조 모방</a:t>
            </a:r>
            <a:endParaRPr lang="en-US" altLang="ko-KR" sz="1100" dirty="0" smtClean="0"/>
          </a:p>
        </p:txBody>
      </p:sp>
      <p:sp>
        <p:nvSpPr>
          <p:cNvPr id="37" name="Text 17"/>
          <p:cNvSpPr/>
          <p:nvPr/>
        </p:nvSpPr>
        <p:spPr>
          <a:xfrm>
            <a:off x="5460746" y="413299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dirty="0"/>
              <a:t>-</a:t>
            </a:r>
            <a:r>
              <a:rPr lang="en-US" altLang="ko-KR" sz="1100" dirty="0" smtClean="0"/>
              <a:t>  </a:t>
            </a:r>
            <a:r>
              <a:rPr lang="ko-KR" altLang="en-US" sz="1100" dirty="0" smtClean="0"/>
              <a:t>로봇</a:t>
            </a:r>
            <a:r>
              <a:rPr lang="en-US" altLang="ko-KR" sz="1100" dirty="0" smtClean="0"/>
              <a:t>/</a:t>
            </a:r>
            <a:r>
              <a:rPr lang="ko-KR" altLang="en-US" sz="1100" dirty="0" smtClean="0"/>
              <a:t>대시보드 통합 검증</a:t>
            </a:r>
            <a:endParaRPr lang="en-US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279391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670</Words>
  <Application>Microsoft Office PowerPoint</Application>
  <PresentationFormat>화면 슬라이드 쇼(16:9)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프로젝트 진행사항 보고</dc:title>
  <dc:subject>PptxGenJS Presentation</dc:subject>
  <dc:creator>goong-1 (신궁)</dc:creator>
  <cp:lastModifiedBy>user</cp:lastModifiedBy>
  <cp:revision>36</cp:revision>
  <dcterms:created xsi:type="dcterms:W3CDTF">2026-06-17T08:45:21Z</dcterms:created>
  <dcterms:modified xsi:type="dcterms:W3CDTF">2026-06-24T10:07:44Z</dcterms:modified>
</cp:coreProperties>
</file>