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75" r:id="rId2"/>
    <p:sldId id="274" r:id="rId3"/>
    <p:sldId id="272" r:id="rId4"/>
    <p:sldId id="257" r:id="rId5"/>
    <p:sldId id="265" r:id="rId6"/>
    <p:sldId id="266" r:id="rId7"/>
    <p:sldId id="267" r:id="rId8"/>
    <p:sldId id="262" r:id="rId9"/>
    <p:sldId id="268" r:id="rId10"/>
    <p:sldId id="271" r:id="rId11"/>
    <p:sldId id="269" r:id="rId12"/>
    <p:sldId id="263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1" autoAdjust="0"/>
    <p:restoredTop sz="94660"/>
  </p:normalViewPr>
  <p:slideViewPr>
    <p:cSldViewPr snapToGrid="0">
      <p:cViewPr>
        <p:scale>
          <a:sx n="100" d="100"/>
          <a:sy n="100" d="100"/>
        </p:scale>
        <p:origin x="31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CBFF0E-6B6E-4A86-A487-FEC56DD83BF7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E8B19E-5E40-4286-992C-74A1769428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847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858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1347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28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264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553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01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9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345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757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46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3778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627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187A60-A170-4484-A2DB-5DFBBF1B2C5A}" type="datetimeFigureOut">
              <a:rPr lang="ko-KR" altLang="en-US" smtClean="0"/>
              <a:t>2026-07-12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DAD787-59AE-4CE5-8E5D-5DC486BD2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580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382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32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282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9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070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43000"/>
            <a:ext cx="5725357" cy="536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071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533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09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087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"/>
            <a:ext cx="12192000" cy="680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922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136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1634</TotalTime>
  <Words>0</Words>
  <Application>Microsoft Office PowerPoint</Application>
  <PresentationFormat>와이드스크린</PresentationFormat>
  <Paragraphs>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24</cp:revision>
  <dcterms:created xsi:type="dcterms:W3CDTF">2026-07-11T20:51:13Z</dcterms:created>
  <dcterms:modified xsi:type="dcterms:W3CDTF">2026-07-13T00:05:36Z</dcterms:modified>
</cp:coreProperties>
</file>