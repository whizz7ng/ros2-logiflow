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3" r:id="rId3"/>
    <p:sldId id="272" r:id="rId4"/>
    <p:sldId id="257" r:id="rId5"/>
    <p:sldId id="265" r:id="rId6"/>
    <p:sldId id="266" r:id="rId7"/>
    <p:sldId id="267" r:id="rId8"/>
    <p:sldId id="262" r:id="rId9"/>
    <p:sldId id="268" r:id="rId10"/>
    <p:sldId id="271" r:id="rId11"/>
    <p:sldId id="269" r:id="rId12"/>
    <p:sldId id="2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>
        <p:scale>
          <a:sx n="100" d="100"/>
          <a:sy n="100" d="100"/>
        </p:scale>
        <p:origin x="31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BFF0E-6B6E-4A86-A487-FEC56DD83BF7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8B19E-5E40-4286-992C-74A176942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84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75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85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34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28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26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55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1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9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34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5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46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778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62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87A60-A170-4484-A2DB-5DFBBF1B2C5A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AD787-59AE-4CE5-8E5D-5DC486BD2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58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아키텍처 업데이트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93776" y="87782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최신 코드 기준: FRONTAL_ALIGN · 동적 T · 블록 기반 보정 · 재관측 루프 반영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39696" y="1965960"/>
            <a:ext cx="832104" cy="0"/>
          </a:xfrm>
          <a:prstGeom prst="line">
            <a:avLst/>
          </a:prstGeom>
          <a:noFill/>
          <a:ln w="1651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21808" y="1965960"/>
            <a:ext cx="1243584" cy="0"/>
          </a:xfrm>
          <a:prstGeom prst="line">
            <a:avLst/>
          </a:prstGeom>
          <a:noFill/>
          <a:ln w="1651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65392" y="2670048"/>
            <a:ext cx="0" cy="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21808" y="3493008"/>
            <a:ext cx="1243584" cy="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3127248"/>
            <a:ext cx="0" cy="941832"/>
          </a:xfrm>
          <a:prstGeom prst="line">
            <a:avLst/>
          </a:prstGeom>
          <a:noFill/>
          <a:ln w="1651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24528" y="4069080"/>
            <a:ext cx="0" cy="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40496" y="2514600"/>
            <a:ext cx="804672" cy="0"/>
          </a:xfrm>
          <a:prstGeom prst="line">
            <a:avLst/>
          </a:prstGeom>
          <a:noFill/>
          <a:ln w="1651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45168" y="3730752"/>
            <a:ext cx="0" cy="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433304" y="4023360"/>
            <a:ext cx="0" cy="658368"/>
          </a:xfrm>
          <a:prstGeom prst="line">
            <a:avLst/>
          </a:prstGeom>
          <a:noFill/>
          <a:ln w="1651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" y="1325880"/>
            <a:ext cx="1664208" cy="1298448"/>
          </a:xfrm>
          <a:prstGeom prst="roundRect">
            <a:avLst>
              <a:gd name="adj" fmla="val 8451"/>
            </a:avLst>
          </a:prstGeom>
          <a:solidFill>
            <a:srgbClr val="FBFAFF"/>
          </a:solidFill>
          <a:ln w="15240">
            <a:solidFill>
              <a:srgbClr val="D8B4FE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325880"/>
            <a:ext cx="1664208" cy="118872"/>
          </a:xfrm>
          <a:prstGeom prst="roundRect">
            <a:avLst>
              <a:gd name="adj" fmla="val 30769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14538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서버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" y="1764792"/>
            <a:ext cx="1389888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wms_node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/order_request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/wms_update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dashboard_node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/brain_state 모니터링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971800" y="1234440"/>
            <a:ext cx="2350008" cy="1847088"/>
          </a:xfrm>
          <a:prstGeom prst="roundRect">
            <a:avLst>
              <a:gd name="adj" fmla="val 5941"/>
            </a:avLst>
          </a:prstGeom>
          <a:solidFill>
            <a:srgbClr val="F0F9FF"/>
          </a:solidFill>
          <a:ln w="15240">
            <a:solidFill>
              <a:srgbClr val="7DD3FC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71800" y="1234440"/>
            <a:ext cx="2350008" cy="118872"/>
          </a:xfrm>
          <a:prstGeom prst="roundRect">
            <a:avLst>
              <a:gd name="adj" fmla="val 3076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36245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Orin · Brain Node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8960" y="1673352"/>
            <a:ext cx="2075688" cy="1316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Mission FSM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 → NAV_TO_RACK → OBSERVING → FRONTAL_ALIGN → VISION → PICKING → NAV_TO_DEST → PLACE_VISION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/pick_failed → ERROR 종료 대신 재관측 루프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971800" y="4069080"/>
            <a:ext cx="2350008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5240">
            <a:solidFill>
              <a:srgbClr val="BAE6FD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71800" y="4069080"/>
            <a:ext cx="2350008" cy="118872"/>
          </a:xfrm>
          <a:prstGeom prst="roundRect">
            <a:avLst>
              <a:gd name="adj" fmla="val 30769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419709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Node · D435i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08960" y="4507992"/>
            <a:ext cx="207568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+ Depth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T: /observe_pose 반영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/box_pose · /distance_status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/marker_agv_pose [Lyaw,Ryaw]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565392" y="1234440"/>
            <a:ext cx="1975104" cy="1417320"/>
          </a:xfrm>
          <a:prstGeom prst="roundRect">
            <a:avLst>
              <a:gd name="adj" fmla="val 7742"/>
            </a:avLst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65392" y="1234440"/>
            <a:ext cx="1975104" cy="118872"/>
          </a:xfrm>
          <a:prstGeom prst="roundRect">
            <a:avLst>
              <a:gd name="adj" fmla="val 30769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136245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Align Node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02552" y="1673352"/>
            <a:ext cx="1700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/marker_agv_pose yaw 기준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/alignment: aligned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/block_forward · left · right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정지→측정→pulse→정지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565392" y="3246120"/>
            <a:ext cx="1975104" cy="1417320"/>
          </a:xfrm>
          <a:prstGeom prst="roundRect">
            <a:avLst>
              <a:gd name="adj" fmla="val 7742"/>
            </a:avLst>
          </a:prstGeom>
          <a:solidFill>
            <a:srgbClr val="F7FEE7"/>
          </a:solidFill>
          <a:ln w="15240">
            <a:solidFill>
              <a:srgbClr val="BBF7D0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65392" y="3246120"/>
            <a:ext cx="1975104" cy="118872"/>
          </a:xfrm>
          <a:prstGeom prst="roundRect">
            <a:avLst>
              <a:gd name="adj" fmla="val 30769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337413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Mobility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02552" y="3685032"/>
            <a:ext cx="1700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nav_node / primitive route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/cmd_vel_nav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cmd_vel_safety_filter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/cmd_vel → myAGV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345168" y="1874520"/>
            <a:ext cx="2176272" cy="2148840"/>
          </a:xfrm>
          <a:prstGeom prst="roundRect">
            <a:avLst>
              <a:gd name="adj" fmla="val 5106"/>
            </a:avLst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45168" y="1874520"/>
            <a:ext cx="2176272" cy="118872"/>
          </a:xfrm>
          <a:prstGeom prst="roundRect">
            <a:avLst>
              <a:gd name="adj" fmla="val 30769"/>
            </a:avLst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82328" y="20025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Raspberry Pi · Pick Node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482328" y="2313432"/>
            <a:ext cx="1901952" cy="1618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/observe_move 수신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/observe_ready + /observe_pose 발행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/pick_command 실행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Gripper check: 10회 raw read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31 · hit 5/10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345168" y="4681728"/>
            <a:ext cx="2176272" cy="914400"/>
          </a:xfrm>
          <a:prstGeom prst="roundRect">
            <a:avLst>
              <a:gd name="adj" fmla="val 12000"/>
            </a:avLst>
          </a:prstGeom>
          <a:solidFill>
            <a:srgbClr val="FAF5FF"/>
          </a:solidFill>
          <a:ln w="15240">
            <a:solidFill>
              <a:srgbClr val="D8B4FE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345168" y="4681728"/>
            <a:ext cx="2176272" cy="118872"/>
          </a:xfrm>
          <a:prstGeom prst="roundRect">
            <a:avLst>
              <a:gd name="adj" fmla="val 30769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82328" y="480974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Place / Return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482328" y="5120640"/>
            <a:ext cx="190195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/place_command 실행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/place_status / arm_status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WAIT_NEXT_ORDER → /go_parking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75488" y="5669280"/>
            <a:ext cx="1104595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2540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" y="58155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1827"/>
                </a:solidFill>
              </a:rPr>
              <a:t>최신 반영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600200" y="5779008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E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73352" y="5852160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FRONTAL_ALIGN 선행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63240" y="5779008"/>
            <a:ext cx="1051560" cy="347472"/>
          </a:xfrm>
          <a:prstGeom prst="roundRect">
            <a:avLst>
              <a:gd name="adj" fmla="val 31579"/>
            </a:avLst>
          </a:prstGeom>
          <a:solidFill>
            <a:srgbClr val="E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5852160"/>
            <a:ext cx="905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마커 rvec yaw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251960" y="5779008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25112" y="5852160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블록 기반 x/y 보정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06440" y="5779008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9592" y="5852160"/>
            <a:ext cx="859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재관측 루프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949440" y="5779008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2592" y="585216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그리퍼 hit-count 판정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668512" y="5779008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41664" y="5852160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WAIT_NEXT_ORDER</a:t>
            </a:r>
            <a:endParaRPr lang="en-US" sz="850" dirty="0"/>
          </a:p>
        </p:txBody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049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1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3" y="847725"/>
            <a:ext cx="6005932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6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3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8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9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7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43000"/>
            <a:ext cx="5725357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7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33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09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8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2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36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181</Words>
  <Application>Microsoft Office PowerPoint</Application>
  <PresentationFormat>와이드스크린</PresentationFormat>
  <Paragraphs>48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23</cp:revision>
  <dcterms:created xsi:type="dcterms:W3CDTF">2026-07-11T20:51:13Z</dcterms:created>
  <dcterms:modified xsi:type="dcterms:W3CDTF">2026-07-11T23:33:19Z</dcterms:modified>
</cp:coreProperties>
</file>