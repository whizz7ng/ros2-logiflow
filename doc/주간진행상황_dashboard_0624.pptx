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09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분류로봇 PC 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해결 중심 · 2026.06.19(금) ~ </a:t>
            </a:r>
            <a:r>
              <a:rPr lang="en-US" sz="1250" dirty="0" smtClean="0">
                <a:solidFill>
                  <a:srgbClr val="A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06.24(</a:t>
            </a:r>
            <a:r>
              <a:rPr lang="ko-KR" altLang="en-US" sz="1250" dirty="0" smtClean="0">
                <a:solidFill>
                  <a:srgbClr val="A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</a:t>
            </a:r>
            <a:r>
              <a:rPr lang="en-US" sz="1250" dirty="0" smtClean="0">
                <a:solidFill>
                  <a:srgbClr val="A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250" dirty="0">
                <a:solidFill>
                  <a:srgbClr val="A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Phase 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424160" y="310896"/>
            <a:ext cx="1325880" cy="438912"/>
          </a:xfrm>
          <a:prstGeom prst="rect">
            <a:avLst/>
          </a:prstGeom>
          <a:solidFill>
            <a:srgbClr val="00B58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75888" cy="3703320"/>
          </a:xfrm>
          <a:prstGeom prst="roundRect">
            <a:avLst>
              <a:gd name="adj" fmla="val 19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60934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D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3736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1645920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통합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2395728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실패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Jetson에 cyclone.xml/CYCLONEDDS_URI 없어 cross-machine 미연결 → peer 설정으로 해결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300984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토픽명 변경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 정식 토픽 /camera/.../color/image_raw/compressed 로 교체 (format은 jpeg 고정)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4206240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반토막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15fps → net.core.rmem_max 버퍼 상향으로 30fps 회복 (UDP 조각 드랍 원인)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34840" y="1371600"/>
            <a:ext cx="3675888" cy="3703320"/>
          </a:xfrm>
          <a:prstGeom prst="roundRect">
            <a:avLst>
              <a:gd name="adj" fmla="val 19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60934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589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73736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67528" y="1645920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로직 개선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709160" y="2395728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B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에러/일시정지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항목 재시도(재발행) 방식 확정 · 건너뛰기는 큐 X 버튼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09160" y="3300984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B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좀비 상태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DB에 running 남아 시작버튼 막히던 문제 → 부팅 시 mission_state idle 리셋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09160" y="4206240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B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정합성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상태별(idle/running/paused) 버튼 활성화 매트릭스 적용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366760" y="1371600"/>
            <a:ext cx="3675888" cy="3703320"/>
          </a:xfrm>
          <a:prstGeom prst="roundRect">
            <a:avLst>
              <a:gd name="adj" fmla="val 19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622792" y="160934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6CF0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08" y="1737360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99448" y="1645920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LAN 공유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641080" y="2395728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 개방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전용 → 호스트 자동인식(api/ws) + CORS LAN 허용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641080" y="3300984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바인딩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Vite·uvicorn --host 0.0.0.0 (IPv4 전체 바인딩)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641080" y="4206240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방화벽 관문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mirrored의 Hyper-V 인바운드까지 허용 → 팀원 IP 접속 성공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02920" y="5148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로드맵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02920" y="5440680"/>
            <a:ext cx="1993392" cy="658368"/>
          </a:xfrm>
          <a:prstGeom prst="rect">
            <a:avLst/>
          </a:prstGeom>
          <a:solidFill>
            <a:srgbClr val="00B58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구축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2478024" y="54406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2770632" y="5440680"/>
            <a:ext cx="1993392" cy="658368"/>
          </a:xfrm>
          <a:prstGeom prst="rect">
            <a:avLst/>
          </a:prstGeom>
          <a:solidFill>
            <a:srgbClr val="00B58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상태관리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745736" y="54406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5038344" y="5440680"/>
            <a:ext cx="1993392" cy="658368"/>
          </a:xfrm>
          <a:prstGeom prst="rect">
            <a:avLst/>
          </a:prstGeom>
          <a:solidFill>
            <a:srgbClr val="00B58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7013448" y="54406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7306056" y="5440680"/>
            <a:ext cx="1993392" cy="658368"/>
          </a:xfrm>
          <a:prstGeom prst="rect">
            <a:avLst/>
          </a:prstGeom>
          <a:solidFill>
            <a:srgbClr val="00B58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9281160" y="54406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9573768" y="5440680"/>
            <a:ext cx="1993392" cy="658368"/>
          </a:xfrm>
          <a:prstGeom prst="rect">
            <a:avLst/>
          </a:prstGeom>
          <a:solidFill>
            <a:srgbClr val="00A8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50" dirty="0"/>
          </a:p>
          <a:p>
            <a:pPr algn="ctr">
              <a:lnSpc>
                <a:spcPct val="90000"/>
              </a:lnSpc>
            </a:pPr>
            <a:r>
              <a:rPr lang="en-US" altLang="ko-KR" sz="10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</a:t>
            </a:r>
            <a:r>
              <a:rPr lang="en-US" altLang="ko-KR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</a:t>
            </a:r>
            <a:r>
              <a:rPr lang="en-US" altLang="ko-KR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r>
              <a:rPr lang="en-US" altLang="ko-K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흐름</a:t>
            </a:r>
            <a:r>
              <a:rPr lang="en-US" altLang="ko-K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</a:t>
            </a:r>
            <a:r>
              <a:rPr lang="en-US" altLang="ko-K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05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(진행 중)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185</Words>
  <Application>Microsoft Office PowerPoint</Application>
  <PresentationFormat>와이드스크린</PresentationFormat>
  <Paragraphs>41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주간 진행상황</dc:title>
  <dc:subject>PptxGenJS Presentation</dc:subject>
  <dc:creator>robot-dashboard</dc:creator>
  <cp:lastModifiedBy>user</cp:lastModifiedBy>
  <cp:revision>2</cp:revision>
  <dcterms:created xsi:type="dcterms:W3CDTF">2026-06-24T01:06:25Z</dcterms:created>
  <dcterms:modified xsi:type="dcterms:W3CDTF">2026-06-24T01:12:52Z</dcterms:modified>
</cp:coreProperties>
</file>